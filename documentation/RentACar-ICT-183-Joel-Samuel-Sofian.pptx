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313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RentACar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645920" y="822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l'application web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74320" y="17373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ICT-183 - Développement sécurisé conforme OWASP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2377440"/>
            <a:ext cx="2651760" cy="64008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4871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441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0" y="2377440"/>
            <a:ext cx="2651760" cy="64008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48716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2441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Joël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26480" y="2377440"/>
            <a:ext cx="2651760" cy="64008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48716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83680" y="2441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- Mars - Avril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94360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274320" y="11795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990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RentACar et ses objectifs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859536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594360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274320" y="193852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8836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failles ciblées (OWASP Top 10)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15798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7 catégories 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859536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6" name="Shape 14"/>
          <p:cNvSpPr/>
          <p:nvPr/>
        </p:nvSpPr>
        <p:spPr>
          <a:xfrm>
            <a:off x="274320" y="2569464"/>
            <a:ext cx="594360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7" name="Text 15"/>
          <p:cNvSpPr/>
          <p:nvPr/>
        </p:nvSpPr>
        <p:spPr>
          <a:xfrm>
            <a:off x="274320" y="269748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6426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conception sécurisée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91693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en couches, séparation des responsabilités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28416"/>
            <a:ext cx="859536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1" name="Shape 19"/>
          <p:cNvSpPr/>
          <p:nvPr/>
        </p:nvSpPr>
        <p:spPr>
          <a:xfrm>
            <a:off x="274320" y="3328416"/>
            <a:ext cx="594360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274320" y="345643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401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de sécurité mises en place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67588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Authentification, injections SQL, accès, réseau...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87368"/>
            <a:ext cx="859536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6" name="Shape 24"/>
          <p:cNvSpPr/>
          <p:nvPr/>
        </p:nvSpPr>
        <p:spPr>
          <a:xfrm>
            <a:off x="274320" y="4087368"/>
            <a:ext cx="594360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7" name="Text 25"/>
          <p:cNvSpPr/>
          <p:nvPr/>
        </p:nvSpPr>
        <p:spPr>
          <a:xfrm>
            <a:off x="274320" y="421538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44348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l'application en conditions réelles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3749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RentACar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64008" cy="2743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utilisateur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64008" cy="2743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640080" y="21396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sécurisée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64008" cy="2743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640080" y="27066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voitures disponibles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00984"/>
            <a:ext cx="64008" cy="2743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en ligne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67912"/>
            <a:ext cx="64008" cy="2743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administrateur pour gérer les commandes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1005840"/>
            <a:ext cx="3291840" cy="3749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576072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1627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/ Node.js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176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27249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273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failles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ciblées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OWASP Top 10 (2021)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463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2011680" cy="1463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2560320" y="1170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15544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2011680" cy="1463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4736592" y="1170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36592" y="15544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2011680" cy="1463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8" name="Shape 16"/>
          <p:cNvSpPr/>
          <p:nvPr/>
        </p:nvSpPr>
        <p:spPr>
          <a:xfrm>
            <a:off x="6803136" y="100584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6912864" y="11704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12864" y="15544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2834640"/>
            <a:ext cx="2011680" cy="1463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2" name="Shape 20"/>
          <p:cNvSpPr/>
          <p:nvPr/>
        </p:nvSpPr>
        <p:spPr>
          <a:xfrm>
            <a:off x="1371600" y="283464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3" name="Text 21"/>
          <p:cNvSpPr/>
          <p:nvPr/>
        </p:nvSpPr>
        <p:spPr>
          <a:xfrm>
            <a:off x="1481328" y="29992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81328" y="33832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cs typeface="Calibri" pitchFamily="34" charset="-120"/>
              </a:rPr>
              <a:t>(helmet + header)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47872" y="2834640"/>
            <a:ext cx="2011680" cy="1463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6" name="Shape 24"/>
          <p:cNvSpPr/>
          <p:nvPr/>
        </p:nvSpPr>
        <p:spPr>
          <a:xfrm>
            <a:off x="3547872" y="283464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7" name="Text 25"/>
          <p:cNvSpPr/>
          <p:nvPr/>
        </p:nvSpPr>
        <p:spPr>
          <a:xfrm>
            <a:off x="3657600" y="29992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0" y="33832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&amp; Auth Failures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24144" y="2834640"/>
            <a:ext cx="2011680" cy="14630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30" name="Shape 28"/>
          <p:cNvSpPr/>
          <p:nvPr/>
        </p:nvSpPr>
        <p:spPr>
          <a:xfrm>
            <a:off x="5724144" y="283464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1" name="Text 29"/>
          <p:cNvSpPr/>
          <p:nvPr/>
        </p:nvSpPr>
        <p:spPr>
          <a:xfrm>
            <a:off x="5833872" y="29992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833872" y="3383280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Logging &amp; Monitoring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39319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(manque de temps)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conception sécurisée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04672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1444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la requête HTTP, applique les middlewares auth + rôle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0" y="18105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965960"/>
            <a:ext cx="8595360" cy="804672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6712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057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97280" y="2404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les données entrantes, vérifie les champs requis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297680" y="277063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926080"/>
            <a:ext cx="8595360" cy="804672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272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97280" y="33649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la logique métier, lève des erreurs explicites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297680" y="373075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87368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977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97280" y="4325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base de données - requêtes préparées uniquement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séparation limite la propagation des erreurs et facilite l'ajout de contrôles de sécurité à chaque niveau.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et gestion des sessions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 via bcrypt (facteur de coût : 12)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aléatoire unique généré automatiquement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594360" y="2112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stocké ni transmis en clair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594360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d'erreur générique en cas d'échec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06240" cy="18288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484632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token JWT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536192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498348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: durée 15min, secret dédié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837944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0" name="Text 18"/>
          <p:cNvSpPr/>
          <p:nvPr/>
        </p:nvSpPr>
        <p:spPr>
          <a:xfrm>
            <a:off x="498348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: durée 7j, secret distinct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139696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4983480" y="2112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: cookie HttpOnly (invisible au JS)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441448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4" name="Text 22"/>
          <p:cNvSpPr/>
          <p:nvPr/>
        </p:nvSpPr>
        <p:spPr>
          <a:xfrm>
            <a:off x="4983480" y="2414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Révocation immédiate via suppression en base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6" name="Text 24"/>
          <p:cNvSpPr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 d'une connexion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" y="3520440"/>
            <a:ext cx="1508760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8" name="Text 26"/>
          <p:cNvSpPr/>
          <p:nvPr/>
        </p:nvSpPr>
        <p:spPr>
          <a:xfrm>
            <a:off x="411480" y="3538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email + mot de passe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20240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176272" y="3520440"/>
            <a:ext cx="1508760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31" name="Text 29"/>
          <p:cNvSpPr/>
          <p:nvPr/>
        </p:nvSpPr>
        <p:spPr>
          <a:xfrm>
            <a:off x="2176272" y="3538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format email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85032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41064" y="3520440"/>
            <a:ext cx="1508760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34" name="Text 32"/>
          <p:cNvSpPr/>
          <p:nvPr/>
        </p:nvSpPr>
        <p:spPr>
          <a:xfrm>
            <a:off x="3941064" y="3538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bcrypt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9824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05856" y="3520440"/>
            <a:ext cx="1508760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37" name="Text 35"/>
          <p:cNvSpPr/>
          <p:nvPr/>
        </p:nvSpPr>
        <p:spPr>
          <a:xfrm>
            <a:off x="5705856" y="3538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des tokens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14616" y="3611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70648" y="3520440"/>
            <a:ext cx="1508760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0" name="Text 38"/>
          <p:cNvSpPr/>
          <p:nvPr/>
        </p:nvSpPr>
        <p:spPr>
          <a:xfrm>
            <a:off x="7470648" y="3538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+ JSON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données et injections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212080" cy="28346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155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</a:t>
            </a:r>
            <a:r>
              <a:rPr lang="en-US" sz="13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préparées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Anti-injection SQL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requêtes utilisent des </a:t>
            </a:r>
            <a:r>
              <a:rPr lang="en-US" sz="1200" dirty="0" err="1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(?) via mysql2. Les données utilisateur ne sont jamais concaténées dans le SQL.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484632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0" name="Text 7"/>
          <p:cNvSpPr/>
          <p:nvPr/>
        </p:nvSpPr>
        <p:spPr>
          <a:xfrm>
            <a:off x="548640" y="23500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pool.query(`SELECT * FROM customers WHERE email = ?`, [email])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à 100% des repositories : auth, voitures, locations, paiements.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1005840"/>
            <a:ext cx="3108960" cy="283464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972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données sensibles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0" y="2103120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Text 12"/>
          <p:cNvSpPr/>
          <p:nvPr/>
        </p:nvSpPr>
        <p:spPr>
          <a:xfrm>
            <a:off x="6080760" y="2075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(.env)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43600" y="2395728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8" name="Text 14"/>
          <p:cNvSpPr/>
          <p:nvPr/>
        </p:nvSpPr>
        <p:spPr>
          <a:xfrm>
            <a:off x="6080760" y="23682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exclu du dépôt git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943600" y="2688336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0" name="Text 16"/>
          <p:cNvSpPr/>
          <p:nvPr/>
        </p:nvSpPr>
        <p:spPr>
          <a:xfrm>
            <a:off x="6080760" y="26609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fourni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43600" y="2980944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2" name="Text 18"/>
          <p:cNvSpPr/>
          <p:nvPr/>
        </p:nvSpPr>
        <p:spPr>
          <a:xfrm>
            <a:off x="6080760" y="2953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clés JWT séparées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943600" y="3273552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4" name="Text 20"/>
          <p:cNvSpPr/>
          <p:nvPr/>
        </p:nvSpPr>
        <p:spPr>
          <a:xfrm>
            <a:off x="6080760" y="3246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JWT minimal (id + rôle)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943600" y="3566160"/>
            <a:ext cx="54864" cy="182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6" name="Text 22"/>
          <p:cNvSpPr/>
          <p:nvPr/>
        </p:nvSpPr>
        <p:spPr>
          <a:xfrm>
            <a:off x="6080760" y="35387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configurée par variables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74320" y="3977640"/>
            <a:ext cx="8595360" cy="804672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8" name="Text 24"/>
          <p:cNvSpPr/>
          <p:nvPr/>
        </p:nvSpPr>
        <p:spPr>
          <a:xfrm>
            <a:off x="457200" y="4087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sensible n'est jamais écrite en dur dans le code source. Les erreurs sont remontées sans fuite d'information technique.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et sécurité réseau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937760" cy="32004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4572000" cy="5486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856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signature JWT à chaque requête protégée → 401 si absent ou expiré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21992"/>
            <a:ext cx="4572000" cy="5486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9"/>
          <p:cNvSpPr/>
          <p:nvPr/>
        </p:nvSpPr>
        <p:spPr>
          <a:xfrm>
            <a:off x="594360" y="22677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24780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le rôle dans le token → 403 si non admin sur les routes admin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843784"/>
            <a:ext cx="4572000" cy="5486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5" name="Text 12"/>
          <p:cNvSpPr/>
          <p:nvPr/>
        </p:nvSpPr>
        <p:spPr>
          <a:xfrm>
            <a:off x="594360" y="28895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depuis le token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3099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L'identifiant client est extrait du token, jamais du body → impossible à falsifier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465576"/>
            <a:ext cx="4572000" cy="5486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8" name="Text 15"/>
          <p:cNvSpPr/>
          <p:nvPr/>
        </p:nvSpPr>
        <p:spPr>
          <a:xfrm>
            <a:off x="594360" y="35112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Vue.js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37216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côté client si non connecté ou rôle insuffisant (complément serveur)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1005840"/>
            <a:ext cx="3383280" cy="32004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078992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0936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669280" y="1600200"/>
            <a:ext cx="3017520" cy="5486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4" name="Text 20"/>
          <p:cNvSpPr/>
          <p:nvPr/>
        </p:nvSpPr>
        <p:spPr>
          <a:xfrm>
            <a:off x="5806440" y="1645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806440" y="1856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HTTP de sécurité (CSP, X-Frame-Options, HSTS...)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69280" y="2221992"/>
            <a:ext cx="3017520" cy="5486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7" name="Text 23"/>
          <p:cNvSpPr/>
          <p:nvPr/>
        </p:nvSpPr>
        <p:spPr>
          <a:xfrm>
            <a:off x="580644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806440" y="2478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100 req / 15 min par IP via express-rate-limit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669280" y="2843784"/>
            <a:ext cx="3017520" cy="5486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0" name="Text 26"/>
          <p:cNvSpPr/>
          <p:nvPr/>
        </p:nvSpPr>
        <p:spPr>
          <a:xfrm>
            <a:off x="5806440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strict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806440" y="3099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origine autorisée (ALLOWED_ORIGIN)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669280" y="3465576"/>
            <a:ext cx="3017520" cy="54864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3" name="Text 29"/>
          <p:cNvSpPr/>
          <p:nvPr/>
        </p:nvSpPr>
        <p:spPr>
          <a:xfrm>
            <a:off x="5806440" y="3511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SameSite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80644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</a:t>
            </a: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 refresh token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274320" y="4343400"/>
            <a:ext cx="8595360" cy="621792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36" name="Text 32"/>
          <p:cNvSpPr/>
          <p:nvPr/>
        </p:nvSpPr>
        <p:spPr>
          <a:xfrm>
            <a:off x="457200" y="44531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centralisée des erreurs : errorMiddleware renvoie un code HTTP explicite sans exposer de trace interne.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- Couverture OWASP Top 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appliquée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1051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8595360" cy="457200"/>
          </a:xfrm>
          <a:prstGeom prst="rect">
            <a:avLst/>
          </a:prstGeom>
          <a:solidFill>
            <a:srgbClr val="16223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 + requireRole + id depuis token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49640" y="1554480"/>
            <a:ext cx="256032" cy="2560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854964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947672"/>
            <a:ext cx="8595360" cy="4572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7" name="Text 15"/>
          <p:cNvSpPr/>
          <p:nvPr/>
        </p:nvSpPr>
        <p:spPr>
          <a:xfrm>
            <a:off x="365760" y="2039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0391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0" y="2039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(coût 12) + 2 clés JWT séparées + .env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49640" y="2039112"/>
            <a:ext cx="256032" cy="2560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1" name="Text 19"/>
          <p:cNvSpPr/>
          <p:nvPr/>
        </p:nvSpPr>
        <p:spPr>
          <a:xfrm>
            <a:off x="8549640" y="2039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432304"/>
            <a:ext cx="8595360" cy="457200"/>
          </a:xfrm>
          <a:prstGeom prst="rect">
            <a:avLst/>
          </a:prstGeom>
          <a:solidFill>
            <a:srgbClr val="16223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3" name="Text 21"/>
          <p:cNvSpPr/>
          <p:nvPr/>
        </p:nvSpPr>
        <p:spPr>
          <a:xfrm>
            <a:off x="365760" y="2523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25237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0" y="2523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requêtes préparées, aucune concaténation SQL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9640" y="2523744"/>
            <a:ext cx="256032" cy="2560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7" name="Text 25"/>
          <p:cNvSpPr/>
          <p:nvPr/>
        </p:nvSpPr>
        <p:spPr>
          <a:xfrm>
            <a:off x="854964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16936"/>
            <a:ext cx="8595360" cy="4572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9" name="Text 27"/>
          <p:cNvSpPr/>
          <p:nvPr/>
        </p:nvSpPr>
        <p:spPr>
          <a:xfrm>
            <a:off x="365760" y="3008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30083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0" y="3008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couches, conception dès le départ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49640" y="3008376"/>
            <a:ext cx="256032" cy="2560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3" name="Text 31"/>
          <p:cNvSpPr/>
          <p:nvPr/>
        </p:nvSpPr>
        <p:spPr>
          <a:xfrm>
            <a:off x="8549640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01568"/>
            <a:ext cx="8595360" cy="457200"/>
          </a:xfrm>
          <a:prstGeom prst="rect">
            <a:avLst/>
          </a:prstGeom>
          <a:solidFill>
            <a:srgbClr val="16223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5" name="Text 33"/>
          <p:cNvSpPr/>
          <p:nvPr/>
        </p:nvSpPr>
        <p:spPr>
          <a:xfrm>
            <a:off x="365760" y="3493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" y="3493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0" y="3493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+ CORS strict + .env (pas de défauts)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49640" y="3493008"/>
            <a:ext cx="256032" cy="2560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9" name="Text 37"/>
          <p:cNvSpPr/>
          <p:nvPr/>
        </p:nvSpPr>
        <p:spPr>
          <a:xfrm>
            <a:off x="854964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41" name="Text 39"/>
          <p:cNvSpPr/>
          <p:nvPr/>
        </p:nvSpPr>
        <p:spPr>
          <a:xfrm>
            <a:off x="365760" y="3977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51560" y="3977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cookie HttpOnly + refresh révocable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49640" y="3977640"/>
            <a:ext cx="256032" cy="2560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45" name="Text 43"/>
          <p:cNvSpPr/>
          <p:nvPr/>
        </p:nvSpPr>
        <p:spPr>
          <a:xfrm>
            <a:off x="854964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370832"/>
            <a:ext cx="8595360" cy="457200"/>
          </a:xfrm>
          <a:prstGeom prst="rect">
            <a:avLst/>
          </a:prstGeom>
          <a:solidFill>
            <a:srgbClr val="16223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47" name="Text 45"/>
          <p:cNvSpPr/>
          <p:nvPr/>
        </p:nvSpPr>
        <p:spPr>
          <a:xfrm>
            <a:off x="365760" y="4462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1560" y="44622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00400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(manque de temps)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49640" y="4462272"/>
            <a:ext cx="25603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1" name="Text 49"/>
          <p:cNvSpPr/>
          <p:nvPr/>
        </p:nvSpPr>
        <p:spPr>
          <a:xfrm>
            <a:off x="8549640" y="4462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200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691640" y="3401568"/>
            <a:ext cx="301752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Shape 4"/>
          <p:cNvSpPr/>
          <p:nvPr/>
        </p:nvSpPr>
        <p:spPr>
          <a:xfrm>
            <a:off x="274320" y="3063240"/>
            <a:ext cx="1417320" cy="1645920"/>
          </a:xfrm>
          <a:prstGeom prst="rect">
            <a:avLst/>
          </a:prstGeom>
          <a:solidFill>
            <a:srgbClr val="16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8" name="Shape 5"/>
          <p:cNvSpPr/>
          <p:nvPr/>
        </p:nvSpPr>
        <p:spPr>
          <a:xfrm>
            <a:off x="274320" y="3063240"/>
            <a:ext cx="141732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Shape 6"/>
          <p:cNvSpPr/>
          <p:nvPr/>
        </p:nvSpPr>
        <p:spPr>
          <a:xfrm>
            <a:off x="749808" y="3182112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0" name="Text 7"/>
          <p:cNvSpPr/>
          <p:nvPr/>
        </p:nvSpPr>
        <p:spPr>
          <a:xfrm>
            <a:off x="749808" y="31912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47472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validation du formulaire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10712" y="3401568"/>
            <a:ext cx="301752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4" name="Shape 11"/>
          <p:cNvSpPr/>
          <p:nvPr/>
        </p:nvSpPr>
        <p:spPr>
          <a:xfrm>
            <a:off x="1993392" y="3063240"/>
            <a:ext cx="1417320" cy="1645920"/>
          </a:xfrm>
          <a:prstGeom prst="rect">
            <a:avLst/>
          </a:prstGeom>
          <a:solidFill>
            <a:srgbClr val="16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5" name="Shape 12"/>
          <p:cNvSpPr/>
          <p:nvPr/>
        </p:nvSpPr>
        <p:spPr>
          <a:xfrm>
            <a:off x="1993392" y="3063240"/>
            <a:ext cx="141732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Shape 13"/>
          <p:cNvSpPr/>
          <p:nvPr/>
        </p:nvSpPr>
        <p:spPr>
          <a:xfrm>
            <a:off x="2468880" y="3182112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7" name="Text 14"/>
          <p:cNvSpPr/>
          <p:nvPr/>
        </p:nvSpPr>
        <p:spPr>
          <a:xfrm>
            <a:off x="2468880" y="31912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066544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066544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JWT, cookie HttpOnly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29784" y="3401568"/>
            <a:ext cx="301752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1" name="Shape 18"/>
          <p:cNvSpPr/>
          <p:nvPr/>
        </p:nvSpPr>
        <p:spPr>
          <a:xfrm>
            <a:off x="3712464" y="3063240"/>
            <a:ext cx="1417320" cy="1645920"/>
          </a:xfrm>
          <a:prstGeom prst="rect">
            <a:avLst/>
          </a:prstGeom>
          <a:solidFill>
            <a:srgbClr val="16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2" name="Shape 19"/>
          <p:cNvSpPr/>
          <p:nvPr/>
        </p:nvSpPr>
        <p:spPr>
          <a:xfrm>
            <a:off x="3712464" y="3063240"/>
            <a:ext cx="141732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3" name="Shape 20"/>
          <p:cNvSpPr/>
          <p:nvPr/>
        </p:nvSpPr>
        <p:spPr>
          <a:xfrm>
            <a:off x="4187952" y="3182112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4" name="Text 21"/>
          <p:cNvSpPr/>
          <p:nvPr/>
        </p:nvSpPr>
        <p:spPr>
          <a:xfrm>
            <a:off x="4187952" y="31912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785616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785616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vérifiée, dates validées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848856" y="3401568"/>
            <a:ext cx="301752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8" name="Shape 25"/>
          <p:cNvSpPr/>
          <p:nvPr/>
        </p:nvSpPr>
        <p:spPr>
          <a:xfrm>
            <a:off x="5431536" y="3063240"/>
            <a:ext cx="1417320" cy="1645920"/>
          </a:xfrm>
          <a:prstGeom prst="rect">
            <a:avLst/>
          </a:prstGeom>
          <a:solidFill>
            <a:srgbClr val="16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9" name="Shape 26"/>
          <p:cNvSpPr/>
          <p:nvPr/>
        </p:nvSpPr>
        <p:spPr>
          <a:xfrm>
            <a:off x="5431536" y="3063240"/>
            <a:ext cx="141732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0" name="Shape 27"/>
          <p:cNvSpPr/>
          <p:nvPr/>
        </p:nvSpPr>
        <p:spPr>
          <a:xfrm>
            <a:off x="5907024" y="3182112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1" name="Text 28"/>
          <p:cNvSpPr/>
          <p:nvPr/>
        </p:nvSpPr>
        <p:spPr>
          <a:xfrm>
            <a:off x="5907024" y="31912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504688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504688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refusé si rôle insuffisant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150608" y="3063240"/>
            <a:ext cx="1417320" cy="1645920"/>
          </a:xfrm>
          <a:prstGeom prst="rect">
            <a:avLst/>
          </a:prstGeom>
          <a:solidFill>
            <a:srgbClr val="162236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35" name="Shape 32"/>
          <p:cNvSpPr/>
          <p:nvPr/>
        </p:nvSpPr>
        <p:spPr>
          <a:xfrm>
            <a:off x="7150608" y="3063240"/>
            <a:ext cx="141732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6" name="Shape 33"/>
          <p:cNvSpPr/>
          <p:nvPr/>
        </p:nvSpPr>
        <p:spPr>
          <a:xfrm>
            <a:off x="7626096" y="3182112"/>
            <a:ext cx="45720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7" name="Text 34"/>
          <p:cNvSpPr/>
          <p:nvPr/>
        </p:nvSpPr>
        <p:spPr>
          <a:xfrm>
            <a:off x="7626096" y="31912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7223760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Déconnexion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223760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Révocation du refresh token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disponible sur http://localhost:5173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76C443FF0F244888E15ACF9A09EDB4" ma:contentTypeVersion="11" ma:contentTypeDescription="Crée un document." ma:contentTypeScope="" ma:versionID="497e0b7c85aeca58cc60fe4ddc3de2ff">
  <xsd:schema xmlns:xsd="http://www.w3.org/2001/XMLSchema" xmlns:xs="http://www.w3.org/2001/XMLSchema" xmlns:p="http://schemas.microsoft.com/office/2006/metadata/properties" xmlns:ns3="8ff2034f-5386-4151-8c46-54da7a5b32f0" targetNamespace="http://schemas.microsoft.com/office/2006/metadata/properties" ma:root="true" ma:fieldsID="27d84cffd0718ee99c06e1a6c4812b1d" ns3:_="">
    <xsd:import namespace="8ff2034f-5386-4151-8c46-54da7a5b32f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2034f-5386-4151-8c46-54da7a5b32f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f2034f-5386-4151-8c46-54da7a5b32f0" xsi:nil="true"/>
  </documentManagement>
</p:properties>
</file>

<file path=customXml/itemProps1.xml><?xml version="1.0" encoding="utf-8"?>
<ds:datastoreItem xmlns:ds="http://schemas.openxmlformats.org/officeDocument/2006/customXml" ds:itemID="{58E571BE-3DAE-421B-853C-0AD955CDAF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A35BB4-BED4-44DF-AA7A-BBDBEF15A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f2034f-5386-4151-8c46-54da7a5b32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56A5A1-CC7C-43D2-A299-443A7EFF6C8A}">
  <ds:schemaRefs>
    <ds:schemaRef ds:uri="http://purl.org/dc/dcmitype/"/>
    <ds:schemaRef ds:uri="8ff2034f-5386-4151-8c46-54da7a5b32f0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749</Words>
  <Application>Microsoft Office PowerPoint</Application>
  <PresentationFormat>Affichage à l'écran (16:9)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RentACar - Sécurité ICT-183</dc:title>
  <dc:subject>PptxGenJS Presentation</dc:subject>
  <dc:creator>Hussein Sofian, Cunha Faria Joël, Theytaz Samuel</dc:creator>
  <cp:lastModifiedBy>Sofian Hussein</cp:lastModifiedBy>
  <cp:revision>3</cp:revision>
  <dcterms:created xsi:type="dcterms:W3CDTF">2026-04-01T21:49:56Z</dcterms:created>
  <dcterms:modified xsi:type="dcterms:W3CDTF">2026-04-02T09:04:15Z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0x0101006B76C443FF0F244888E15ACF9A09EDB4</vt:lpwstr>
  </property>
</Properties>
</file>